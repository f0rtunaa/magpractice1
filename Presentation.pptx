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258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8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2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0B028-234E-4A9E-970B-5CA8A42974A4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62D1D5-8CC7-4F1A-A470-CDD22BFAC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452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46D9-16EF-4A07-8C4D-D2A481F6DFB1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09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E662-D675-483B-B2A6-C9797064D937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11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65194-41D5-4BCE-96CD-25606100DFA9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78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C883-41D0-4050-AC51-83D8A83C17A6}" type="datetime1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62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09FE-B5FB-4AD9-B35F-F22699088BCD}" type="datetime1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41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4545F-70B0-400B-B85D-2D8FF60CC297}" type="datetime1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3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677A-62CC-47DC-9844-0B0010CBDDCC}" type="datetime1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92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3AED95-5C2C-4B4B-899C-0ABDD26FE99B}" type="datetime1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85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5C80-0509-40BB-9F9F-D1C95CE58CDE}" type="datetime1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5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5C50-194B-4E7F-894F-FD434AFD9300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84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3AC5-FD53-4EE5-A776-09052F5018D2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13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78F496-DD0E-47D9-A158-8B007F7D6955}" type="datetime1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14FC54-095A-44F6-B479-03EFBCE1540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68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A97FD-5006-9190-57CE-C16736CF3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579994"/>
            <a:ext cx="10058400" cy="1928264"/>
          </a:xfrm>
        </p:spPr>
        <p:txBody>
          <a:bodyPr>
            <a:noAutofit/>
          </a:bodyPr>
          <a:lstStyle/>
          <a:p>
            <a:pPr algn="ctr"/>
            <a:r>
              <a:rPr lang="ru-RU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Продажи магазинов – закономерности по дням, категориям, сезонность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53785-B4A8-DB21-B84C-7B4EAF3D81BA}"/>
              </a:ext>
            </a:extLst>
          </p:cNvPr>
          <p:cNvSpPr txBox="1"/>
          <p:nvPr/>
        </p:nvSpPr>
        <p:spPr>
          <a:xfrm>
            <a:off x="5114929" y="476522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Чинин В.С. 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-М25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математика и информатика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FBB9F0-3E24-B18A-544F-1B2F6390E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t>1</a:t>
            </a:fld>
            <a:r>
              <a:rPr lang="ru-RU" sz="1400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20225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A3DEF5-C1C3-293E-F358-BC820A5C42C9}"/>
              </a:ext>
            </a:extLst>
          </p:cNvPr>
          <p:cNvSpPr txBox="1"/>
          <p:nvPr/>
        </p:nvSpPr>
        <p:spPr>
          <a:xfrm>
            <a:off x="3345166" y="632559"/>
            <a:ext cx="526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A6326-223B-3C71-90EA-C90134D23D6E}"/>
              </a:ext>
            </a:extLst>
          </p:cNvPr>
          <p:cNvSpPr txBox="1"/>
          <p:nvPr/>
        </p:nvSpPr>
        <p:spPr>
          <a:xfrm>
            <a:off x="1475172" y="2185431"/>
            <a:ext cx="92416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Целью настоящей работы является исследование закономерностей в продажах магазинов с использованием данных датасета </a:t>
            </a:r>
            <a:r>
              <a:rPr lang="ru-RU" sz="2200" i="0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Superstore</a:t>
            </a:r>
            <a:r>
              <a:rPr lang="ru-RU" sz="22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анализа ставится задача выявить, какие факторы влияют на количество заказов и прибыль, а также определить сезонные, месячные и недельные тренды покупательской активности. </a:t>
            </a:r>
            <a:endParaRPr lang="en-US" sz="2200" i="0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i="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Особое внимание уделяется изучению популярности категорий и подкатегорий товаров, их прибыльности и взаимосвязи с количеством заказов.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D02590-417B-5480-0D4C-4B48F896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t>2</a:t>
            </a:fld>
            <a:r>
              <a:rPr lang="ru-RU" sz="1400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345237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F1D3-32CC-9803-6992-95815C16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899D8-B45F-F941-910E-D20C38E3F6B8}"/>
              </a:ext>
            </a:extLst>
          </p:cNvPr>
          <p:cNvSpPr txBox="1"/>
          <p:nvPr/>
        </p:nvSpPr>
        <p:spPr>
          <a:xfrm>
            <a:off x="3345166" y="632559"/>
            <a:ext cx="526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0BAF7-9253-A8CB-2815-A6327E796B12}"/>
              </a:ext>
            </a:extLst>
          </p:cNvPr>
          <p:cNvSpPr txBox="1"/>
          <p:nvPr/>
        </p:nvSpPr>
        <p:spPr>
          <a:xfrm>
            <a:off x="1475172" y="1731903"/>
            <a:ext cx="92416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sz="22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 наиболее активные периоды продаж по сезонам, месяцам и дням недели</a:t>
            </a:r>
          </a:p>
          <a:p>
            <a:pPr algn="l">
              <a:buFont typeface="+mj-lt"/>
              <a:buAutoNum type="arabicPeriod"/>
            </a:pPr>
            <a:endParaRPr lang="ru-RU" sz="22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2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 наиболее популярные и прибыльные категории и подкатегории товаров</a:t>
            </a:r>
          </a:p>
          <a:p>
            <a:pPr algn="l">
              <a:buFont typeface="+mj-lt"/>
              <a:buAutoNum type="arabicPeriod"/>
            </a:pPr>
            <a:endParaRPr lang="ru-RU" sz="22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2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Проанализировать распределение заказов и прибыли</a:t>
            </a:r>
          </a:p>
          <a:p>
            <a:pPr algn="l">
              <a:buFont typeface="+mj-lt"/>
              <a:buAutoNum type="arabicPeriod"/>
            </a:pPr>
            <a:endParaRPr lang="ru-RU" sz="22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2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методов машинного обучения выявить тренд изменения среднего числа ежедневных заказов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7CCBD4-F33B-AA72-57AA-07A27119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t>3</a:t>
            </a:fld>
            <a:r>
              <a:rPr lang="ru-RU" sz="1400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1036955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A5D9C3-0A91-87A6-A018-39DE2D6B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sz="1400" dirty="0"/>
          </a:p>
          <a:p>
            <a:r>
              <a:rPr lang="ru-RU" sz="1400" dirty="0"/>
              <a:t>4/16</a:t>
            </a:r>
          </a:p>
          <a:p>
            <a:endParaRPr lang="ru-RU" sz="1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997F02-9E0E-6F65-66A3-E9E28293A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595" y="671724"/>
            <a:ext cx="8890809" cy="55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7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035F-51F9-8080-1052-0AD9653C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91E3318-D8FC-E31B-5221-7DE21657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5/16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0A6E47-F991-41B6-726B-C39F75E1D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8292" y="1068352"/>
            <a:ext cx="8575415" cy="472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2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699B-FF89-CD93-9455-8E7B7870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AAF8B8E-D325-E350-5A5F-23C24B66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6/16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CDCDB3-0A04-C269-7C73-02433BF20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9272" y="788751"/>
            <a:ext cx="8513455" cy="52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4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DF1A-2E63-DBDE-D381-ECA00C89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1807FE-C4E8-A19D-ACED-25E29338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7/16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A30688-3B1F-6B97-75A0-9BE564782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2017" y="761948"/>
            <a:ext cx="8607965" cy="533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3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2945-7FF5-B5AB-A587-B7449C67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4151EB-6170-9C41-8D22-CE60AFC7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8/16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25EB9C-51C0-4CA8-CE11-4ABD260D9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236" y="847991"/>
            <a:ext cx="10411527" cy="51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39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6801-8912-BB95-E75F-71747760F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1AE26C-4F1B-8841-F4C0-AAA0A04D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9/16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3A2710-2561-D059-A1AF-B691CEEF6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8038" y="759897"/>
            <a:ext cx="9695924" cy="533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5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D12D-0151-FE6A-8AAD-E6747015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79A7A2-A2B9-1CFE-94DC-5986F06F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10/16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F109E8-142C-B51B-F4D7-ADF97A382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1932" y="874805"/>
            <a:ext cx="10328136" cy="510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9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689D5-B7BA-2B57-D32E-6CC7DFCEF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6E440F-E8B6-2228-F59A-DE74B580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11/16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4F3342-3190-B527-6D3F-CA0C4ECCE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8183" y="682899"/>
            <a:ext cx="9975633" cy="54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507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D6A1-38C7-1D77-796F-3B2B9A85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01B079-12A4-0845-FE48-3789B8AF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pPr/>
              <a:t>12</a:t>
            </a:fld>
            <a:r>
              <a:rPr lang="ru-RU" sz="1400" dirty="0"/>
              <a:t>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4721F2-5955-BE40-B1EF-31AC85396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8183" y="684579"/>
            <a:ext cx="9975633" cy="548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2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33608-3C23-CC6B-5335-19EFFAD3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03073E-F1E4-46C8-6A79-41258792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13/16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A8279F-FEBC-9AC3-7712-32F05A8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8183" y="1822754"/>
            <a:ext cx="9975633" cy="32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47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539-40EB-5E99-671A-9ADACF55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2590BA-D8A8-7C8C-B4D8-7BBD05DE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sz="1400" dirty="0"/>
              <a:t>14/16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6BFDEB-D3F4-9A44-DDDB-B6E5D53B5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727" y="911136"/>
            <a:ext cx="11090545" cy="503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7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74A3B-5037-40B0-190B-7000B4BB1F47}"/>
              </a:ext>
            </a:extLst>
          </p:cNvPr>
          <p:cNvSpPr txBox="1">
            <a:spLocks/>
          </p:cNvSpPr>
          <p:nvPr/>
        </p:nvSpPr>
        <p:spPr>
          <a:xfrm>
            <a:off x="1066800" y="297758"/>
            <a:ext cx="10058400" cy="989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4406A-8798-846B-8EE5-99CE9FB9E2B8}"/>
              </a:ext>
            </a:extLst>
          </p:cNvPr>
          <p:cNvSpPr txBox="1"/>
          <p:nvPr/>
        </p:nvSpPr>
        <p:spPr>
          <a:xfrm>
            <a:off x="1166328" y="1184239"/>
            <a:ext cx="94145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датасета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Superstore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 проведен комплексный анализ продаж, направленный на выявление сезонных и временных закономерностей покупательской активности.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 анализ динамики количества заказов по сезонам, месяцам и дням недели, а также исследована структура спроса по категориям и подкатегориям товаров.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Показано, что наиболее популярные категории товаров не всегда являются наиболее прибыльными, что подтверждает необходимость учета как количественных, так и финансовых показателей при анализе продаж.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использованием линейной регрессии выявлен устойчивый тренд роста среднего числа ежедневных заказов во времени.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Полученные результаты имеют практическую ценность и могут быть использованы для планирования продаж, оптимизации ассортимента и прогнозирования спроса.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9B732E-2C54-A75D-CDE4-54EA25E2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t>15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156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8F41D4-9566-593C-6ED1-0446AAE1C1D7}"/>
              </a:ext>
            </a:extLst>
          </p:cNvPr>
          <p:cNvSpPr txBox="1"/>
          <p:nvPr/>
        </p:nvSpPr>
        <p:spPr>
          <a:xfrm>
            <a:off x="3084786" y="2598003"/>
            <a:ext cx="6022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623662-1685-3138-EAD4-B2E0B941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4FC54-095A-44F6-B479-03EFBCE15400}" type="slidenum">
              <a:rPr lang="ru-RU" sz="1400" smtClean="0"/>
              <a:t>16</a:t>
            </a:fld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68422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11591</TotalTime>
  <Words>256</Words>
  <Application>Microsoft Office PowerPoint</Application>
  <PresentationFormat>Широкоэкранный</PresentationFormat>
  <Paragraphs>40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Ретро</vt:lpstr>
      <vt:lpstr>Продажи магазинов – закономерности по дням, категориям, сезонность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Квантовая хромодинамика</dc:title>
  <dc:creator>Владислав Чинин</dc:creator>
  <cp:lastModifiedBy>Владислав Чинин</cp:lastModifiedBy>
  <cp:revision>129</cp:revision>
  <dcterms:created xsi:type="dcterms:W3CDTF">2023-04-16T20:55:37Z</dcterms:created>
  <dcterms:modified xsi:type="dcterms:W3CDTF">2025-12-24T13:40:32Z</dcterms:modified>
</cp:coreProperties>
</file>